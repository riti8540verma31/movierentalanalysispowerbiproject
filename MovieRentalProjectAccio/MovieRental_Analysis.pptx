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ika Verma" userId="8bb130f4d325be2a" providerId="LiveId" clId="{403CC288-4B9A-48A7-9DF2-913EC5A22221}"/>
    <pc:docChg chg="undo custSel modSld">
      <pc:chgData name="Ritika Verma" userId="8bb130f4d325be2a" providerId="LiveId" clId="{403CC288-4B9A-48A7-9DF2-913EC5A22221}" dt="2026-03-28T23:27:59.339" v="239" actId="21"/>
      <pc:docMkLst>
        <pc:docMk/>
      </pc:docMkLst>
      <pc:sldChg chg="addSp delSp modSp mod">
        <pc:chgData name="Ritika Verma" userId="8bb130f4d325be2a" providerId="LiveId" clId="{403CC288-4B9A-48A7-9DF2-913EC5A22221}" dt="2026-03-28T23:27:59.339" v="239" actId="21"/>
        <pc:sldMkLst>
          <pc:docMk/>
          <pc:sldMk cId="0" sldId="256"/>
        </pc:sldMkLst>
        <pc:spChg chg="add del">
          <ac:chgData name="Ritika Verma" userId="8bb130f4d325be2a" providerId="LiveId" clId="{403CC288-4B9A-48A7-9DF2-913EC5A22221}" dt="2026-03-28T23:27:49.375" v="238" actId="21"/>
          <ac:spMkLst>
            <pc:docMk/>
            <pc:sldMk cId="0" sldId="256"/>
            <ac:spMk id="3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27:30.079" v="236" actId="20577"/>
          <ac:spMkLst>
            <pc:docMk/>
            <pc:sldMk cId="0" sldId="256"/>
            <ac:spMk id="10" creationId="{00000000-0000-0000-0000-000000000000}"/>
          </ac:spMkLst>
        </pc:spChg>
        <pc:spChg chg="del">
          <ac:chgData name="Ritika Verma" userId="8bb130f4d325be2a" providerId="LiveId" clId="{403CC288-4B9A-48A7-9DF2-913EC5A22221}" dt="2026-03-28T23:27:59.339" v="239" actId="21"/>
          <ac:spMkLst>
            <pc:docMk/>
            <pc:sldMk cId="0" sldId="256"/>
            <ac:spMk id="13" creationId="{00000000-0000-0000-0000-000000000000}"/>
          </ac:spMkLst>
        </pc:spChg>
        <pc:spChg chg="del">
          <ac:chgData name="Ritika Verma" userId="8bb130f4d325be2a" providerId="LiveId" clId="{403CC288-4B9A-48A7-9DF2-913EC5A22221}" dt="2026-03-28T23:01:45.748" v="40" actId="21"/>
          <ac:spMkLst>
            <pc:docMk/>
            <pc:sldMk cId="0" sldId="256"/>
            <ac:spMk id="26" creationId="{00000000-0000-0000-0000-000000000000}"/>
          </ac:spMkLst>
        </pc:spChg>
      </pc:sldChg>
      <pc:sldChg chg="modSp mod">
        <pc:chgData name="Ritika Verma" userId="8bb130f4d325be2a" providerId="LiveId" clId="{403CC288-4B9A-48A7-9DF2-913EC5A22221}" dt="2026-03-28T23:22:23.723" v="208" actId="207"/>
        <pc:sldMkLst>
          <pc:docMk/>
          <pc:sldMk cId="0" sldId="257"/>
        </pc:sldMkLst>
        <pc:spChg chg="mod">
          <ac:chgData name="Ritika Verma" userId="8bb130f4d325be2a" providerId="LiveId" clId="{403CC288-4B9A-48A7-9DF2-913EC5A22221}" dt="2026-03-28T23:22:05.343" v="206" actId="207"/>
          <ac:spMkLst>
            <pc:docMk/>
            <pc:sldMk cId="0" sldId="257"/>
            <ac:spMk id="5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22:12.837" v="207" actId="207"/>
          <ac:spMkLst>
            <pc:docMk/>
            <pc:sldMk cId="0" sldId="257"/>
            <ac:spMk id="9" creationId="{00000000-0000-0000-0000-000000000000}"/>
          </ac:spMkLst>
        </pc:spChg>
        <pc:graphicFrameChg chg="modGraphic">
          <ac:chgData name="Ritika Verma" userId="8bb130f4d325be2a" providerId="LiveId" clId="{403CC288-4B9A-48A7-9DF2-913EC5A22221}" dt="2026-03-28T23:22:23.723" v="208" actId="207"/>
          <ac:graphicFrameMkLst>
            <pc:docMk/>
            <pc:sldMk cId="0" sldId="257"/>
            <ac:graphicFrameMk id="13" creationId="{00000000-0000-0000-0000-000000000000}"/>
          </ac:graphicFrameMkLst>
        </pc:graphicFrameChg>
      </pc:sldChg>
      <pc:sldChg chg="modSp mod">
        <pc:chgData name="Ritika Verma" userId="8bb130f4d325be2a" providerId="LiveId" clId="{403CC288-4B9A-48A7-9DF2-913EC5A22221}" dt="2026-03-28T23:23:09.358" v="214" actId="207"/>
        <pc:sldMkLst>
          <pc:docMk/>
          <pc:sldMk cId="0" sldId="258"/>
        </pc:sldMkLst>
        <pc:spChg chg="mod">
          <ac:chgData name="Ritika Verma" userId="8bb130f4d325be2a" providerId="LiveId" clId="{403CC288-4B9A-48A7-9DF2-913EC5A22221}" dt="2026-03-28T23:22:36.874" v="209" actId="207"/>
          <ac:spMkLst>
            <pc:docMk/>
            <pc:sldMk cId="0" sldId="258"/>
            <ac:spMk id="5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22:43.902" v="210" actId="20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22:57.472" v="212" actId="207"/>
          <ac:spMkLst>
            <pc:docMk/>
            <pc:sldMk cId="0" sldId="258"/>
            <ac:spMk id="17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22:52.334" v="211" actId="20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23:01.994" v="213" actId="207"/>
          <ac:spMkLst>
            <pc:docMk/>
            <pc:sldMk cId="0" sldId="258"/>
            <ac:spMk id="29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23:09.358" v="214" actId="207"/>
          <ac:spMkLst>
            <pc:docMk/>
            <pc:sldMk cId="0" sldId="258"/>
            <ac:spMk id="41" creationId="{00000000-0000-0000-0000-000000000000}"/>
          </ac:spMkLst>
        </pc:spChg>
      </pc:sldChg>
      <pc:sldChg chg="addSp delSp modSp mod">
        <pc:chgData name="Ritika Verma" userId="8bb130f4d325be2a" providerId="LiveId" clId="{403CC288-4B9A-48A7-9DF2-913EC5A22221}" dt="2026-03-28T23:24:13.917" v="225" actId="207"/>
        <pc:sldMkLst>
          <pc:docMk/>
          <pc:sldMk cId="0" sldId="259"/>
        </pc:sldMkLst>
        <pc:spChg chg="add del mod">
          <ac:chgData name="Ritika Verma" userId="8bb130f4d325be2a" providerId="LiveId" clId="{403CC288-4B9A-48A7-9DF2-913EC5A22221}" dt="2026-03-28T23:23:19.128" v="215" actId="207"/>
          <ac:spMkLst>
            <pc:docMk/>
            <pc:sldMk cId="0" sldId="259"/>
            <ac:spMk id="5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23:23.210" v="216" actId="207"/>
          <ac:spMkLst>
            <pc:docMk/>
            <pc:sldMk cId="0" sldId="259"/>
            <ac:spMk id="9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23:40.655" v="220" actId="20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23:27.276" v="217" actId="20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23:45.063" v="221" actId="207"/>
          <ac:spMkLst>
            <pc:docMk/>
            <pc:sldMk cId="0" sldId="259"/>
            <ac:spMk id="21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23:31.390" v="218" actId="207"/>
          <ac:spMkLst>
            <pc:docMk/>
            <pc:sldMk cId="0" sldId="259"/>
            <ac:spMk id="25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24:09.664" v="224" actId="207"/>
          <ac:spMkLst>
            <pc:docMk/>
            <pc:sldMk cId="0" sldId="259"/>
            <ac:spMk id="29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23:35.150" v="219" actId="207"/>
          <ac:spMkLst>
            <pc:docMk/>
            <pc:sldMk cId="0" sldId="259"/>
            <ac:spMk id="33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24:13.917" v="225" actId="207"/>
          <ac:spMkLst>
            <pc:docMk/>
            <pc:sldMk cId="0" sldId="259"/>
            <ac:spMk id="37" creationId="{00000000-0000-0000-0000-000000000000}"/>
          </ac:spMkLst>
        </pc:spChg>
      </pc:sldChg>
      <pc:sldChg chg="addSp delSp modSp mod">
        <pc:chgData name="Ritika Verma" userId="8bb130f4d325be2a" providerId="LiveId" clId="{403CC288-4B9A-48A7-9DF2-913EC5A22221}" dt="2026-03-28T23:01:25.986" v="39" actId="1582"/>
        <pc:sldMkLst>
          <pc:docMk/>
          <pc:sldMk cId="0" sldId="260"/>
        </pc:sldMkLst>
        <pc:spChg chg="del">
          <ac:chgData name="Ritika Verma" userId="8bb130f4d325be2a" providerId="LiveId" clId="{403CC288-4B9A-48A7-9DF2-913EC5A22221}" dt="2026-03-28T22:54:45.385" v="0" actId="21"/>
          <ac:spMkLst>
            <pc:docMk/>
            <pc:sldMk cId="0" sldId="260"/>
            <ac:spMk id="6" creationId="{00000000-0000-0000-0000-000000000000}"/>
          </ac:spMkLst>
        </pc:spChg>
        <pc:spChg chg="del">
          <ac:chgData name="Ritika Verma" userId="8bb130f4d325be2a" providerId="LiveId" clId="{403CC288-4B9A-48A7-9DF2-913EC5A22221}" dt="2026-03-28T22:54:48.186" v="1" actId="21"/>
          <ac:spMkLst>
            <pc:docMk/>
            <pc:sldMk cId="0" sldId="260"/>
            <ac:spMk id="7" creationId="{00000000-0000-0000-0000-000000000000}"/>
          </ac:spMkLst>
        </pc:spChg>
        <pc:spChg chg="del">
          <ac:chgData name="Ritika Verma" userId="8bb130f4d325be2a" providerId="LiveId" clId="{403CC288-4B9A-48A7-9DF2-913EC5A22221}" dt="2026-03-28T22:55:01.370" v="3" actId="21"/>
          <ac:spMkLst>
            <pc:docMk/>
            <pc:sldMk cId="0" sldId="260"/>
            <ac:spMk id="8" creationId="{00000000-0000-0000-0000-000000000000}"/>
          </ac:spMkLst>
        </pc:spChg>
        <pc:spChg chg="del">
          <ac:chgData name="Ritika Verma" userId="8bb130f4d325be2a" providerId="LiveId" clId="{403CC288-4B9A-48A7-9DF2-913EC5A22221}" dt="2026-03-28T22:54:54.178" v="2" actId="21"/>
          <ac:spMkLst>
            <pc:docMk/>
            <pc:sldMk cId="0" sldId="260"/>
            <ac:spMk id="9" creationId="{00000000-0000-0000-0000-000000000000}"/>
          </ac:spMkLst>
        </pc:spChg>
        <pc:spChg chg="del">
          <ac:chgData name="Ritika Verma" userId="8bb130f4d325be2a" providerId="LiveId" clId="{403CC288-4B9A-48A7-9DF2-913EC5A22221}" dt="2026-03-28T22:55:08.214" v="5" actId="21"/>
          <ac:spMkLst>
            <pc:docMk/>
            <pc:sldMk cId="0" sldId="260"/>
            <ac:spMk id="10" creationId="{00000000-0000-0000-0000-000000000000}"/>
          </ac:spMkLst>
        </pc:spChg>
        <pc:spChg chg="del">
          <ac:chgData name="Ritika Verma" userId="8bb130f4d325be2a" providerId="LiveId" clId="{403CC288-4B9A-48A7-9DF2-913EC5A22221}" dt="2026-03-28T22:55:04.910" v="4" actId="21"/>
          <ac:spMkLst>
            <pc:docMk/>
            <pc:sldMk cId="0" sldId="260"/>
            <ac:spMk id="11" creationId="{00000000-0000-0000-0000-000000000000}"/>
          </ac:spMkLst>
        </pc:spChg>
        <pc:spChg chg="del">
          <ac:chgData name="Ritika Verma" userId="8bb130f4d325be2a" providerId="LiveId" clId="{403CC288-4B9A-48A7-9DF2-913EC5A22221}" dt="2026-03-28T22:55:12.067" v="6" actId="21"/>
          <ac:spMkLst>
            <pc:docMk/>
            <pc:sldMk cId="0" sldId="260"/>
            <ac:spMk id="12" creationId="{00000000-0000-0000-0000-000000000000}"/>
          </ac:spMkLst>
        </pc:spChg>
        <pc:spChg chg="del">
          <ac:chgData name="Ritika Verma" userId="8bb130f4d325be2a" providerId="LiveId" clId="{403CC288-4B9A-48A7-9DF2-913EC5A22221}" dt="2026-03-28T22:55:16.195" v="7" actId="21"/>
          <ac:spMkLst>
            <pc:docMk/>
            <pc:sldMk cId="0" sldId="260"/>
            <ac:spMk id="13" creationId="{00000000-0000-0000-0000-000000000000}"/>
          </ac:spMkLst>
        </pc:spChg>
        <pc:spChg chg="del">
          <ac:chgData name="Ritika Verma" userId="8bb130f4d325be2a" providerId="LiveId" clId="{403CC288-4B9A-48A7-9DF2-913EC5A22221}" dt="2026-03-28T22:55:30.317" v="11" actId="21"/>
          <ac:spMkLst>
            <pc:docMk/>
            <pc:sldMk cId="0" sldId="260"/>
            <ac:spMk id="14" creationId="{00000000-0000-0000-0000-000000000000}"/>
          </ac:spMkLst>
        </pc:spChg>
        <pc:spChg chg="del">
          <ac:chgData name="Ritika Verma" userId="8bb130f4d325be2a" providerId="LiveId" clId="{403CC288-4B9A-48A7-9DF2-913EC5A22221}" dt="2026-03-28T22:55:27.340" v="10" actId="21"/>
          <ac:spMkLst>
            <pc:docMk/>
            <pc:sldMk cId="0" sldId="260"/>
            <ac:spMk id="15" creationId="{00000000-0000-0000-0000-000000000000}"/>
          </ac:spMkLst>
        </pc:spChg>
        <pc:spChg chg="del">
          <ac:chgData name="Ritika Verma" userId="8bb130f4d325be2a" providerId="LiveId" clId="{403CC288-4B9A-48A7-9DF2-913EC5A22221}" dt="2026-03-28T22:55:40.344" v="13" actId="21"/>
          <ac:spMkLst>
            <pc:docMk/>
            <pc:sldMk cId="0" sldId="260"/>
            <ac:spMk id="16" creationId="{00000000-0000-0000-0000-000000000000}"/>
          </ac:spMkLst>
        </pc:spChg>
        <pc:spChg chg="del">
          <ac:chgData name="Ritika Verma" userId="8bb130f4d325be2a" providerId="LiveId" clId="{403CC288-4B9A-48A7-9DF2-913EC5A22221}" dt="2026-03-28T22:55:35.402" v="12" actId="21"/>
          <ac:spMkLst>
            <pc:docMk/>
            <pc:sldMk cId="0" sldId="260"/>
            <ac:spMk id="17" creationId="{00000000-0000-0000-0000-000000000000}"/>
          </ac:spMkLst>
        </pc:spChg>
        <pc:spChg chg="del">
          <ac:chgData name="Ritika Verma" userId="8bb130f4d325be2a" providerId="LiveId" clId="{403CC288-4B9A-48A7-9DF2-913EC5A22221}" dt="2026-03-28T22:56:06.755" v="20" actId="21"/>
          <ac:spMkLst>
            <pc:docMk/>
            <pc:sldMk cId="0" sldId="260"/>
            <ac:spMk id="18" creationId="{00000000-0000-0000-0000-000000000000}"/>
          </ac:spMkLst>
        </pc:spChg>
        <pc:spChg chg="del">
          <ac:chgData name="Ritika Verma" userId="8bb130f4d325be2a" providerId="LiveId" clId="{403CC288-4B9A-48A7-9DF2-913EC5A22221}" dt="2026-03-28T22:56:03.133" v="19" actId="21"/>
          <ac:spMkLst>
            <pc:docMk/>
            <pc:sldMk cId="0" sldId="260"/>
            <ac:spMk id="19" creationId="{00000000-0000-0000-0000-000000000000}"/>
          </ac:spMkLst>
        </pc:spChg>
        <pc:spChg chg="del">
          <ac:chgData name="Ritika Verma" userId="8bb130f4d325be2a" providerId="LiveId" clId="{403CC288-4B9A-48A7-9DF2-913EC5A22221}" dt="2026-03-28T22:56:12.264" v="21" actId="21"/>
          <ac:spMkLst>
            <pc:docMk/>
            <pc:sldMk cId="0" sldId="260"/>
            <ac:spMk id="20" creationId="{00000000-0000-0000-0000-000000000000}"/>
          </ac:spMkLst>
        </pc:spChg>
        <pc:spChg chg="del">
          <ac:chgData name="Ritika Verma" userId="8bb130f4d325be2a" providerId="LiveId" clId="{403CC288-4B9A-48A7-9DF2-913EC5A22221}" dt="2026-03-28T22:56:20.185" v="23" actId="21"/>
          <ac:spMkLst>
            <pc:docMk/>
            <pc:sldMk cId="0" sldId="260"/>
            <ac:spMk id="21" creationId="{00000000-0000-0000-0000-000000000000}"/>
          </ac:spMkLst>
        </pc:spChg>
        <pc:spChg chg="del">
          <ac:chgData name="Ritika Verma" userId="8bb130f4d325be2a" providerId="LiveId" clId="{403CC288-4B9A-48A7-9DF2-913EC5A22221}" dt="2026-03-28T22:56:29.515" v="26" actId="21"/>
          <ac:spMkLst>
            <pc:docMk/>
            <pc:sldMk cId="0" sldId="260"/>
            <ac:spMk id="22" creationId="{00000000-0000-0000-0000-000000000000}"/>
          </ac:spMkLst>
        </pc:spChg>
        <pc:spChg chg="del">
          <ac:chgData name="Ritika Verma" userId="8bb130f4d325be2a" providerId="LiveId" clId="{403CC288-4B9A-48A7-9DF2-913EC5A22221}" dt="2026-03-28T22:56:26.431" v="25" actId="21"/>
          <ac:spMkLst>
            <pc:docMk/>
            <pc:sldMk cId="0" sldId="260"/>
            <ac:spMk id="23" creationId="{00000000-0000-0000-0000-000000000000}"/>
          </ac:spMkLst>
        </pc:spChg>
        <pc:spChg chg="del">
          <ac:chgData name="Ritika Verma" userId="8bb130f4d325be2a" providerId="LiveId" clId="{403CC288-4B9A-48A7-9DF2-913EC5A22221}" dt="2026-03-28T22:56:37.838" v="28" actId="21"/>
          <ac:spMkLst>
            <pc:docMk/>
            <pc:sldMk cId="0" sldId="260"/>
            <ac:spMk id="24" creationId="{00000000-0000-0000-0000-000000000000}"/>
          </ac:spMkLst>
        </pc:spChg>
        <pc:spChg chg="del">
          <ac:chgData name="Ritika Verma" userId="8bb130f4d325be2a" providerId="LiveId" clId="{403CC288-4B9A-48A7-9DF2-913EC5A22221}" dt="2026-03-28T22:56:33.727" v="27" actId="21"/>
          <ac:spMkLst>
            <pc:docMk/>
            <pc:sldMk cId="0" sldId="260"/>
            <ac:spMk id="25" creationId="{00000000-0000-0000-0000-000000000000}"/>
          </ac:spMkLst>
        </pc:spChg>
        <pc:spChg chg="del">
          <ac:chgData name="Ritika Verma" userId="8bb130f4d325be2a" providerId="LiveId" clId="{403CC288-4B9A-48A7-9DF2-913EC5A22221}" dt="2026-03-28T22:55:56.393" v="17" actId="21"/>
          <ac:spMkLst>
            <pc:docMk/>
            <pc:sldMk cId="0" sldId="260"/>
            <ac:spMk id="26" creationId="{00000000-0000-0000-0000-000000000000}"/>
          </ac:spMkLst>
        </pc:spChg>
        <pc:spChg chg="del">
          <ac:chgData name="Ritika Verma" userId="8bb130f4d325be2a" providerId="LiveId" clId="{403CC288-4B9A-48A7-9DF2-913EC5A22221}" dt="2026-03-28T22:55:53.047" v="16" actId="21"/>
          <ac:spMkLst>
            <pc:docMk/>
            <pc:sldMk cId="0" sldId="260"/>
            <ac:spMk id="27" creationId="{00000000-0000-0000-0000-000000000000}"/>
          </ac:spMkLst>
        </pc:spChg>
        <pc:spChg chg="del">
          <ac:chgData name="Ritika Verma" userId="8bb130f4d325be2a" providerId="LiveId" clId="{403CC288-4B9A-48A7-9DF2-913EC5A22221}" dt="2026-03-28T22:55:44.811" v="14" actId="21"/>
          <ac:spMkLst>
            <pc:docMk/>
            <pc:sldMk cId="0" sldId="260"/>
            <ac:spMk id="28" creationId="{00000000-0000-0000-0000-000000000000}"/>
          </ac:spMkLst>
        </pc:spChg>
        <pc:spChg chg="del">
          <ac:chgData name="Ritika Verma" userId="8bb130f4d325be2a" providerId="LiveId" clId="{403CC288-4B9A-48A7-9DF2-913EC5A22221}" dt="2026-03-28T22:55:49.795" v="15" actId="21"/>
          <ac:spMkLst>
            <pc:docMk/>
            <pc:sldMk cId="0" sldId="260"/>
            <ac:spMk id="29" creationId="{00000000-0000-0000-0000-000000000000}"/>
          </ac:spMkLst>
        </pc:spChg>
        <pc:spChg chg="del">
          <ac:chgData name="Ritika Verma" userId="8bb130f4d325be2a" providerId="LiveId" clId="{403CC288-4B9A-48A7-9DF2-913EC5A22221}" dt="2026-03-28T22:55:20.156" v="8" actId="21"/>
          <ac:spMkLst>
            <pc:docMk/>
            <pc:sldMk cId="0" sldId="260"/>
            <ac:spMk id="30" creationId="{00000000-0000-0000-0000-000000000000}"/>
          </ac:spMkLst>
        </pc:spChg>
        <pc:spChg chg="del">
          <ac:chgData name="Ritika Verma" userId="8bb130f4d325be2a" providerId="LiveId" clId="{403CC288-4B9A-48A7-9DF2-913EC5A22221}" dt="2026-03-28T22:55:23.441" v="9" actId="21"/>
          <ac:spMkLst>
            <pc:docMk/>
            <pc:sldMk cId="0" sldId="260"/>
            <ac:spMk id="31" creationId="{00000000-0000-0000-0000-000000000000}"/>
          </ac:spMkLst>
        </pc:spChg>
        <pc:spChg chg="del">
          <ac:chgData name="Ritika Verma" userId="8bb130f4d325be2a" providerId="LiveId" clId="{403CC288-4B9A-48A7-9DF2-913EC5A22221}" dt="2026-03-28T22:56:15.508" v="22" actId="21"/>
          <ac:spMkLst>
            <pc:docMk/>
            <pc:sldMk cId="0" sldId="260"/>
            <ac:spMk id="32" creationId="{00000000-0000-0000-0000-000000000000}"/>
          </ac:spMkLst>
        </pc:spChg>
        <pc:spChg chg="del">
          <ac:chgData name="Ritika Verma" userId="8bb130f4d325be2a" providerId="LiveId" clId="{403CC288-4B9A-48A7-9DF2-913EC5A22221}" dt="2026-03-28T22:56:23.576" v="24" actId="21"/>
          <ac:spMkLst>
            <pc:docMk/>
            <pc:sldMk cId="0" sldId="260"/>
            <ac:spMk id="33" creationId="{00000000-0000-0000-0000-000000000000}"/>
          </ac:spMkLst>
        </pc:spChg>
        <pc:spChg chg="del">
          <ac:chgData name="Ritika Verma" userId="8bb130f4d325be2a" providerId="LiveId" clId="{403CC288-4B9A-48A7-9DF2-913EC5A22221}" dt="2026-03-28T22:55:59.930" v="18" actId="21"/>
          <ac:spMkLst>
            <pc:docMk/>
            <pc:sldMk cId="0" sldId="260"/>
            <ac:spMk id="34" creationId="{00000000-0000-0000-0000-000000000000}"/>
          </ac:spMkLst>
        </pc:spChg>
        <pc:spChg chg="del">
          <ac:chgData name="Ritika Verma" userId="8bb130f4d325be2a" providerId="LiveId" clId="{403CC288-4B9A-48A7-9DF2-913EC5A22221}" dt="2026-03-28T22:56:51.458" v="29" actId="21"/>
          <ac:spMkLst>
            <pc:docMk/>
            <pc:sldMk cId="0" sldId="260"/>
            <ac:spMk id="35" creationId="{00000000-0000-0000-0000-000000000000}"/>
          </ac:spMkLst>
        </pc:spChg>
        <pc:picChg chg="add mod modCrop">
          <ac:chgData name="Ritika Verma" userId="8bb130f4d325be2a" providerId="LiveId" clId="{403CC288-4B9A-48A7-9DF2-913EC5A22221}" dt="2026-03-28T23:01:25.986" v="39" actId="1582"/>
          <ac:picMkLst>
            <pc:docMk/>
            <pc:sldMk cId="0" sldId="260"/>
            <ac:picMk id="37" creationId="{D8FBA9EF-ADCE-DE60-3CB7-52E47284A4CA}"/>
          </ac:picMkLst>
        </pc:picChg>
      </pc:sldChg>
      <pc:sldChg chg="addSp delSp modSp mod">
        <pc:chgData name="Ritika Verma" userId="8bb130f4d325be2a" providerId="LiveId" clId="{403CC288-4B9A-48A7-9DF2-913EC5A22221}" dt="2026-03-28T23:09:43.498" v="129" actId="207"/>
        <pc:sldMkLst>
          <pc:docMk/>
          <pc:sldMk cId="0" sldId="261"/>
        </pc:sldMkLst>
        <pc:spChg chg="add del">
          <ac:chgData name="Ritika Verma" userId="8bb130f4d325be2a" providerId="LiveId" clId="{403CC288-4B9A-48A7-9DF2-913EC5A22221}" dt="2026-03-28T23:06:05.409" v="99" actId="21"/>
          <ac:spMkLst>
            <pc:docMk/>
            <pc:sldMk cId="0" sldId="261"/>
            <ac:spMk id="5" creationId="{00000000-0000-0000-0000-000000000000}"/>
          </ac:spMkLst>
        </pc:spChg>
        <pc:spChg chg="add del mod">
          <ac:chgData name="Ritika Verma" userId="8bb130f4d325be2a" providerId="LiveId" clId="{403CC288-4B9A-48A7-9DF2-913EC5A22221}" dt="2026-03-28T23:09:04.501" v="124" actId="1076"/>
          <ac:spMkLst>
            <pc:docMk/>
            <pc:sldMk cId="0" sldId="261"/>
            <ac:spMk id="7" creationId="{00000000-0000-0000-0000-000000000000}"/>
          </ac:spMkLst>
        </pc:spChg>
        <pc:spChg chg="add del mod">
          <ac:chgData name="Ritika Verma" userId="8bb130f4d325be2a" providerId="LiveId" clId="{403CC288-4B9A-48A7-9DF2-913EC5A22221}" dt="2026-03-28T23:08:59.565" v="123" actId="21"/>
          <ac:spMkLst>
            <pc:docMk/>
            <pc:sldMk cId="0" sldId="261"/>
            <ac:spMk id="8" creationId="{00000000-0000-0000-0000-000000000000}"/>
          </ac:spMkLst>
        </pc:spChg>
        <pc:spChg chg="add del mod">
          <ac:chgData name="Ritika Verma" userId="8bb130f4d325be2a" providerId="LiveId" clId="{403CC288-4B9A-48A7-9DF2-913EC5A22221}" dt="2026-03-28T23:06:26.445" v="103" actId="1076"/>
          <ac:spMkLst>
            <pc:docMk/>
            <pc:sldMk cId="0" sldId="261"/>
            <ac:spMk id="9" creationId="{00000000-0000-0000-0000-000000000000}"/>
          </ac:spMkLst>
        </pc:spChg>
        <pc:spChg chg="add del mod">
          <ac:chgData name="Ritika Verma" userId="8bb130f4d325be2a" providerId="LiveId" clId="{403CC288-4B9A-48A7-9DF2-913EC5A22221}" dt="2026-03-28T23:08:41.389" v="120" actId="1076"/>
          <ac:spMkLst>
            <pc:docMk/>
            <pc:sldMk cId="0" sldId="261"/>
            <ac:spMk id="10" creationId="{00000000-0000-0000-0000-000000000000}"/>
          </ac:spMkLst>
        </pc:spChg>
        <pc:spChg chg="add del mod">
          <ac:chgData name="Ritika Verma" userId="8bb130f4d325be2a" providerId="LiveId" clId="{403CC288-4B9A-48A7-9DF2-913EC5A22221}" dt="2026-03-28T23:08:18.255" v="116" actId="21"/>
          <ac:spMkLst>
            <pc:docMk/>
            <pc:sldMk cId="0" sldId="261"/>
            <ac:spMk id="11" creationId="{00000000-0000-0000-0000-000000000000}"/>
          </ac:spMkLst>
        </pc:spChg>
        <pc:spChg chg="add del mod">
          <ac:chgData name="Ritika Verma" userId="8bb130f4d325be2a" providerId="LiveId" clId="{403CC288-4B9A-48A7-9DF2-913EC5A22221}" dt="2026-03-28T23:08:48.492" v="121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09:43.498" v="129" actId="207"/>
          <ac:spMkLst>
            <pc:docMk/>
            <pc:sldMk cId="0" sldId="261"/>
            <ac:spMk id="13" creationId="{00000000-0000-0000-0000-000000000000}"/>
          </ac:spMkLst>
        </pc:spChg>
        <pc:spChg chg="del mod">
          <ac:chgData name="Ritika Verma" userId="8bb130f4d325be2a" providerId="LiveId" clId="{403CC288-4B9A-48A7-9DF2-913EC5A22221}" dt="2026-03-28T23:09:09.771" v="125" actId="21"/>
          <ac:spMkLst>
            <pc:docMk/>
            <pc:sldMk cId="0" sldId="261"/>
            <ac:spMk id="14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09:18.345" v="127" actId="1076"/>
          <ac:spMkLst>
            <pc:docMk/>
            <pc:sldMk cId="0" sldId="261"/>
            <ac:spMk id="15" creationId="{00000000-0000-0000-0000-000000000000}"/>
          </ac:spMkLst>
        </pc:spChg>
        <pc:picChg chg="mod">
          <ac:chgData name="Ritika Verma" userId="8bb130f4d325be2a" providerId="LiveId" clId="{403CC288-4B9A-48A7-9DF2-913EC5A22221}" dt="2026-03-28T23:06:07.970" v="100" actId="1076"/>
          <ac:picMkLst>
            <pc:docMk/>
            <pc:sldMk cId="0" sldId="261"/>
            <ac:picMk id="6" creationId="{00000000-0000-0000-0000-000000000000}"/>
          </ac:picMkLst>
        </pc:picChg>
      </pc:sldChg>
      <pc:sldChg chg="delSp modSp mod">
        <pc:chgData name="Ritika Verma" userId="8bb130f4d325be2a" providerId="LiveId" clId="{403CC288-4B9A-48A7-9DF2-913EC5A22221}" dt="2026-03-28T23:11:58.014" v="147" actId="1076"/>
        <pc:sldMkLst>
          <pc:docMk/>
          <pc:sldMk cId="0" sldId="262"/>
        </pc:sldMkLst>
        <pc:spChg chg="del">
          <ac:chgData name="Ritika Verma" userId="8bb130f4d325be2a" providerId="LiveId" clId="{403CC288-4B9A-48A7-9DF2-913EC5A22221}" dt="2026-03-28T23:11:55.792" v="146" actId="21"/>
          <ac:spMkLst>
            <pc:docMk/>
            <pc:sldMk cId="0" sldId="262"/>
            <ac:spMk id="5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10:08.742" v="132" actId="207"/>
          <ac:spMkLst>
            <pc:docMk/>
            <pc:sldMk cId="0" sldId="262"/>
            <ac:spMk id="7" creationId="{00000000-0000-0000-0000-000000000000}"/>
          </ac:spMkLst>
        </pc:spChg>
        <pc:spChg chg="del">
          <ac:chgData name="Ritika Verma" userId="8bb130f4d325be2a" providerId="LiveId" clId="{403CC288-4B9A-48A7-9DF2-913EC5A22221}" dt="2026-03-28T23:09:52.288" v="130" actId="21"/>
          <ac:spMkLst>
            <pc:docMk/>
            <pc:sldMk cId="0" sldId="262"/>
            <ac:spMk id="8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10:31.967" v="136" actId="20577"/>
          <ac:spMkLst>
            <pc:docMk/>
            <pc:sldMk cId="0" sldId="262"/>
            <ac:spMk id="9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11:01.096" v="140" actId="207"/>
          <ac:spMkLst>
            <pc:docMk/>
            <pc:sldMk cId="0" sldId="262"/>
            <ac:spMk id="10" creationId="{00000000-0000-0000-0000-000000000000}"/>
          </ac:spMkLst>
        </pc:spChg>
        <pc:spChg chg="del">
          <ac:chgData name="Ritika Verma" userId="8bb130f4d325be2a" providerId="LiveId" clId="{403CC288-4B9A-48A7-9DF2-913EC5A22221}" dt="2026-03-28T23:10:26.550" v="135" actId="21"/>
          <ac:spMkLst>
            <pc:docMk/>
            <pc:sldMk cId="0" sldId="262"/>
            <ac:spMk id="11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10:50.403" v="139" actId="20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11:23.599" v="142" actId="207"/>
          <ac:spMkLst>
            <pc:docMk/>
            <pc:sldMk cId="0" sldId="262"/>
            <ac:spMk id="13" creationId="{00000000-0000-0000-0000-000000000000}"/>
          </ac:spMkLst>
        </pc:spChg>
        <pc:spChg chg="del">
          <ac:chgData name="Ritika Verma" userId="8bb130f4d325be2a" providerId="LiveId" clId="{403CC288-4B9A-48A7-9DF2-913EC5A22221}" dt="2026-03-28T23:11:16.329" v="141" actId="21"/>
          <ac:spMkLst>
            <pc:docMk/>
            <pc:sldMk cId="0" sldId="262"/>
            <ac:spMk id="14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11:39.767" v="145" actId="20577"/>
          <ac:spMkLst>
            <pc:docMk/>
            <pc:sldMk cId="0" sldId="262"/>
            <ac:spMk id="15" creationId="{00000000-0000-0000-0000-000000000000}"/>
          </ac:spMkLst>
        </pc:spChg>
        <pc:picChg chg="mod">
          <ac:chgData name="Ritika Verma" userId="8bb130f4d325be2a" providerId="LiveId" clId="{403CC288-4B9A-48A7-9DF2-913EC5A22221}" dt="2026-03-28T23:11:58.014" v="147" actId="1076"/>
          <ac:picMkLst>
            <pc:docMk/>
            <pc:sldMk cId="0" sldId="262"/>
            <ac:picMk id="6" creationId="{00000000-0000-0000-0000-000000000000}"/>
          </ac:picMkLst>
        </pc:picChg>
      </pc:sldChg>
      <pc:sldChg chg="delSp modSp mod">
        <pc:chgData name="Ritika Verma" userId="8bb130f4d325be2a" providerId="LiveId" clId="{403CC288-4B9A-48A7-9DF2-913EC5A22221}" dt="2026-03-28T23:13:44.784" v="165" actId="20577"/>
        <pc:sldMkLst>
          <pc:docMk/>
          <pc:sldMk cId="0" sldId="263"/>
        </pc:sldMkLst>
        <pc:spChg chg="del">
          <ac:chgData name="Ritika Verma" userId="8bb130f4d325be2a" providerId="LiveId" clId="{403CC288-4B9A-48A7-9DF2-913EC5A22221}" dt="2026-03-28T23:12:11.041" v="148" actId="21"/>
          <ac:spMkLst>
            <pc:docMk/>
            <pc:sldMk cId="0" sldId="263"/>
            <ac:spMk id="5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12:53.692" v="156" actId="207"/>
          <ac:spMkLst>
            <pc:docMk/>
            <pc:sldMk cId="0" sldId="263"/>
            <ac:spMk id="7" creationId="{00000000-0000-0000-0000-000000000000}"/>
          </ac:spMkLst>
        </pc:spChg>
        <pc:spChg chg="del">
          <ac:chgData name="Ritika Verma" userId="8bb130f4d325be2a" providerId="LiveId" clId="{403CC288-4B9A-48A7-9DF2-913EC5A22221}" dt="2026-03-28T23:12:22.027" v="150" actId="21"/>
          <ac:spMkLst>
            <pc:docMk/>
            <pc:sldMk cId="0" sldId="263"/>
            <ac:spMk id="8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12:36.261" v="154" actId="207"/>
          <ac:spMkLst>
            <pc:docMk/>
            <pc:sldMk cId="0" sldId="263"/>
            <ac:spMk id="9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13:01.140" v="157" actId="207"/>
          <ac:spMkLst>
            <pc:docMk/>
            <pc:sldMk cId="0" sldId="263"/>
            <ac:spMk id="10" creationId="{00000000-0000-0000-0000-000000000000}"/>
          </ac:spMkLst>
        </pc:spChg>
        <pc:spChg chg="del">
          <ac:chgData name="Ritika Verma" userId="8bb130f4d325be2a" providerId="LiveId" clId="{403CC288-4B9A-48A7-9DF2-913EC5A22221}" dt="2026-03-28T23:12:41.737" v="155" actId="21"/>
          <ac:spMkLst>
            <pc:docMk/>
            <pc:sldMk cId="0" sldId="263"/>
            <ac:spMk id="11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13:15.920" v="160" actId="20577"/>
          <ac:spMkLst>
            <pc:docMk/>
            <pc:sldMk cId="0" sldId="263"/>
            <ac:spMk id="12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13:28.943" v="162" actId="207"/>
          <ac:spMkLst>
            <pc:docMk/>
            <pc:sldMk cId="0" sldId="263"/>
            <ac:spMk id="13" creationId="{00000000-0000-0000-0000-000000000000}"/>
          </ac:spMkLst>
        </pc:spChg>
        <pc:spChg chg="del">
          <ac:chgData name="Ritika Verma" userId="8bb130f4d325be2a" providerId="LiveId" clId="{403CC288-4B9A-48A7-9DF2-913EC5A22221}" dt="2026-03-28T23:13:21.268" v="161" actId="21"/>
          <ac:spMkLst>
            <pc:docMk/>
            <pc:sldMk cId="0" sldId="263"/>
            <ac:spMk id="14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13:44.784" v="165" actId="20577"/>
          <ac:spMkLst>
            <pc:docMk/>
            <pc:sldMk cId="0" sldId="263"/>
            <ac:spMk id="15" creationId="{00000000-0000-0000-0000-000000000000}"/>
          </ac:spMkLst>
        </pc:spChg>
        <pc:picChg chg="mod">
          <ac:chgData name="Ritika Verma" userId="8bb130f4d325be2a" providerId="LiveId" clId="{403CC288-4B9A-48A7-9DF2-913EC5A22221}" dt="2026-03-28T23:12:13.440" v="149" actId="1076"/>
          <ac:picMkLst>
            <pc:docMk/>
            <pc:sldMk cId="0" sldId="263"/>
            <ac:picMk id="6" creationId="{00000000-0000-0000-0000-000000000000}"/>
          </ac:picMkLst>
        </pc:picChg>
      </pc:sldChg>
      <pc:sldChg chg="delSp modSp mod">
        <pc:chgData name="Ritika Verma" userId="8bb130f4d325be2a" providerId="LiveId" clId="{403CC288-4B9A-48A7-9DF2-913EC5A22221}" dt="2026-03-28T23:26:58.854" v="231" actId="207"/>
        <pc:sldMkLst>
          <pc:docMk/>
          <pc:sldMk cId="0" sldId="264"/>
        </pc:sldMkLst>
        <pc:spChg chg="del">
          <ac:chgData name="Ritika Verma" userId="8bb130f4d325be2a" providerId="LiveId" clId="{403CC288-4B9A-48A7-9DF2-913EC5A22221}" dt="2026-03-28T23:15:09.554" v="166" actId="21"/>
          <ac:spMkLst>
            <pc:docMk/>
            <pc:sldMk cId="0" sldId="264"/>
            <ac:spMk id="5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26:58.854" v="231" actId="207"/>
          <ac:spMkLst>
            <pc:docMk/>
            <pc:sldMk cId="0" sldId="264"/>
            <ac:spMk id="38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25:06.747" v="226" actId="255"/>
          <ac:spMkLst>
            <pc:docMk/>
            <pc:sldMk cId="0" sldId="264"/>
            <ac:spMk id="41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25:14.091" v="227" actId="255"/>
          <ac:spMkLst>
            <pc:docMk/>
            <pc:sldMk cId="0" sldId="264"/>
            <ac:spMk id="43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25:22.114" v="228" actId="255"/>
          <ac:spMkLst>
            <pc:docMk/>
            <pc:sldMk cId="0" sldId="264"/>
            <ac:spMk id="45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25:42.102" v="229" actId="255"/>
          <ac:spMkLst>
            <pc:docMk/>
            <pc:sldMk cId="0" sldId="264"/>
            <ac:spMk id="47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25:54.298" v="230" actId="255"/>
          <ac:spMkLst>
            <pc:docMk/>
            <pc:sldMk cId="0" sldId="264"/>
            <ac:spMk id="49" creationId="{00000000-0000-0000-0000-000000000000}"/>
          </ac:spMkLst>
        </pc:spChg>
      </pc:sldChg>
      <pc:sldChg chg="delSp modSp mod">
        <pc:chgData name="Ritika Verma" userId="8bb130f4d325be2a" providerId="LiveId" clId="{403CC288-4B9A-48A7-9DF2-913EC5A22221}" dt="2026-03-28T23:18:51.008" v="182" actId="255"/>
        <pc:sldMkLst>
          <pc:docMk/>
          <pc:sldMk cId="0" sldId="265"/>
        </pc:sldMkLst>
        <pc:spChg chg="del">
          <ac:chgData name="Ritika Verma" userId="8bb130f4d325be2a" providerId="LiveId" clId="{403CC288-4B9A-48A7-9DF2-913EC5A22221}" dt="2026-03-28T23:16:06.465" v="167" actId="21"/>
          <ac:spMkLst>
            <pc:docMk/>
            <pc:sldMk cId="0" sldId="265"/>
            <ac:spMk id="5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17:39.536" v="176" actId="255"/>
          <ac:spMkLst>
            <pc:docMk/>
            <pc:sldMk cId="0" sldId="265"/>
            <ac:spMk id="9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18:51.008" v="182" actId="255"/>
          <ac:spMkLst>
            <pc:docMk/>
            <pc:sldMk cId="0" sldId="265"/>
            <ac:spMk id="16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18:36.929" v="181" actId="255"/>
          <ac:spMkLst>
            <pc:docMk/>
            <pc:sldMk cId="0" sldId="265"/>
            <ac:spMk id="20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18:26.556" v="180" actId="255"/>
          <ac:spMkLst>
            <pc:docMk/>
            <pc:sldMk cId="0" sldId="265"/>
            <ac:spMk id="24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18:17.430" v="179" actId="255"/>
          <ac:spMkLst>
            <pc:docMk/>
            <pc:sldMk cId="0" sldId="265"/>
            <ac:spMk id="28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18:07.855" v="178" actId="255"/>
          <ac:spMkLst>
            <pc:docMk/>
            <pc:sldMk cId="0" sldId="265"/>
            <ac:spMk id="32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17:56.511" v="177" actId="255"/>
          <ac:spMkLst>
            <pc:docMk/>
            <pc:sldMk cId="0" sldId="265"/>
            <ac:spMk id="36" creationId="{00000000-0000-0000-0000-000000000000}"/>
          </ac:spMkLst>
        </pc:spChg>
      </pc:sldChg>
      <pc:sldChg chg="modSp mod">
        <pc:chgData name="Ritika Verma" userId="8bb130f4d325be2a" providerId="LiveId" clId="{403CC288-4B9A-48A7-9DF2-913EC5A22221}" dt="2026-03-28T23:21:13.898" v="205" actId="207"/>
        <pc:sldMkLst>
          <pc:docMk/>
          <pc:sldMk cId="0" sldId="266"/>
        </pc:sldMkLst>
        <pc:spChg chg="mod">
          <ac:chgData name="Ritika Verma" userId="8bb130f4d325be2a" providerId="LiveId" clId="{403CC288-4B9A-48A7-9DF2-913EC5A22221}" dt="2026-03-28T23:19:08.024" v="183" actId="207"/>
          <ac:spMkLst>
            <pc:docMk/>
            <pc:sldMk cId="0" sldId="266"/>
            <ac:spMk id="7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20:35.147" v="199" actId="207"/>
          <ac:spMkLst>
            <pc:docMk/>
            <pc:sldMk cId="0" sldId="266"/>
            <ac:spMk id="9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19:35.199" v="196" actId="20577"/>
          <ac:spMkLst>
            <pc:docMk/>
            <pc:sldMk cId="0" sldId="266"/>
            <ac:spMk id="10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20:43.720" v="201" actId="255"/>
          <ac:spMkLst>
            <pc:docMk/>
            <pc:sldMk cId="0" sldId="266"/>
            <ac:spMk id="12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20:50.987" v="202" actId="207"/>
          <ac:spMkLst>
            <pc:docMk/>
            <pc:sldMk cId="0" sldId="266"/>
            <ac:spMk id="13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21:13.898" v="205" actId="207"/>
          <ac:spMkLst>
            <pc:docMk/>
            <pc:sldMk cId="0" sldId="266"/>
            <ac:spMk id="15" creationId="{00000000-0000-0000-0000-000000000000}"/>
          </ac:spMkLst>
        </pc:spChg>
        <pc:spChg chg="mod">
          <ac:chgData name="Ritika Verma" userId="8bb130f4d325be2a" providerId="LiveId" clId="{403CC288-4B9A-48A7-9DF2-913EC5A22221}" dt="2026-03-28T23:20:57.951" v="203" actId="207"/>
          <ac:spMkLst>
            <pc:docMk/>
            <pc:sldMk cId="0" sldId="266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447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3840480" cy="51435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4754880" y="365760"/>
            <a:ext cx="914400" cy="914400"/>
          </a:xfrm>
          <a:prstGeom prst="ellipse">
            <a:avLst/>
          </a:prstGeom>
          <a:solidFill>
            <a:srgbClr val="1E2D45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365760"/>
            <a:ext cx="914400" cy="914400"/>
          </a:xfrm>
          <a:prstGeom prst="ellipse">
            <a:avLst/>
          </a:prstGeom>
          <a:solidFill>
            <a:srgbClr val="1E2D45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365760"/>
            <a:ext cx="914400" cy="914400"/>
          </a:xfrm>
          <a:prstGeom prst="ellipse">
            <a:avLst/>
          </a:prstGeom>
          <a:solidFill>
            <a:srgbClr val="1E2D45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0" y="1737360"/>
            <a:ext cx="914400" cy="914400"/>
          </a:xfrm>
          <a:prstGeom prst="ellipse">
            <a:avLst/>
          </a:prstGeom>
          <a:solidFill>
            <a:srgbClr val="1E2D45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1737360"/>
            <a:ext cx="914400" cy="914400"/>
          </a:xfrm>
          <a:prstGeom prst="ellipse">
            <a:avLst/>
          </a:prstGeom>
          <a:solidFill>
            <a:srgbClr val="1E2D45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731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400" dirty="0">
                <a:solidFill>
                  <a:srgbClr val="E50914"/>
                </a:solidFill>
              </a:rPr>
              <a:t>MOVIE RENTAL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</a:rPr>
              <a:t>    ANALYSIS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201168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AC5"/>
                </a:solidFill>
              </a:rPr>
              <a:t>Sakila DVD Rental Dataset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1920240" cy="411480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4389120"/>
            <a:ext cx="1920240" cy="457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434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16,000+ Rentals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0" y="4389120"/>
            <a:ext cx="1920240" cy="411480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0" y="4389120"/>
            <a:ext cx="1920240" cy="45720"/>
          </a:xfrm>
          <a:prstGeom prst="rect">
            <a:avLst/>
          </a:prstGeom>
          <a:solidFill>
            <a:srgbClr val="00C2C7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0" y="4434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 Stores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4389120"/>
            <a:ext cx="1920240" cy="411480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4389120"/>
            <a:ext cx="192024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4434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15 Categories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66560" y="4389120"/>
            <a:ext cx="1920240" cy="411480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4389120"/>
            <a:ext cx="1920240" cy="457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4434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599 Customers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Company &amp; Dataset Overview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AC5"/>
                </a:solidFill>
              </a:rPr>
              <a:t> </a:t>
            </a:r>
            <a:r>
              <a:rPr lang="en-US" sz="1100" i="1" dirty="0">
                <a:solidFill>
                  <a:schemeClr val="bg1"/>
                </a:solidFill>
              </a:rPr>
              <a:t>Sakila Movie Rental Business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069080" cy="3474720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64008" cy="34747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🎬  About the Company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64592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Sakila is a fictional DVD rental company operating two physical stores — Store 1 (Location A) and Store 2 (Location B).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Each store is managed by dedicated staff with its own inventory of films.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The business serves a globally distributed customer base across 100+ countries.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Revenue is generated through time-based rental fees across 15 film categories.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Business period spans from 2005 with primary data in May–August window.</a:t>
            </a:r>
          </a:p>
        </p:txBody>
      </p:sp>
      <p:sp>
        <p:nvSpPr>
          <p:cNvPr id="10" name="Shape 8"/>
          <p:cNvSpPr/>
          <p:nvPr/>
        </p:nvSpPr>
        <p:spPr>
          <a:xfrm>
            <a:off x="4800600" y="1143000"/>
            <a:ext cx="4069080" cy="3474720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143000"/>
            <a:ext cx="64008" cy="3474720"/>
          </a:xfrm>
          <a:prstGeom prst="rect">
            <a:avLst/>
          </a:prstGeom>
          <a:solidFill>
            <a:srgbClr val="00C2C7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7"/>
                </a:solidFill>
              </a:rPr>
              <a:t>  Dataset Details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036354"/>
              </p:ext>
            </p:extLst>
          </p:nvPr>
        </p:nvGraphicFramePr>
        <p:xfrm>
          <a:off x="4937760" y="1600200"/>
          <a:ext cx="3749040" cy="21945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Records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09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rental</a:t>
                      </a:r>
                    </a:p>
                  </a:txBody>
                  <a:tcPr>
                    <a:lnL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C2C7"/>
                          </a:solidFill>
                        </a:rPr>
                        <a:t>16,044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payment</a:t>
                      </a:r>
                    </a:p>
                  </a:txBody>
                  <a:tcPr>
                    <a:lnL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C2C7"/>
                          </a:solidFill>
                        </a:rPr>
                        <a:t>14,596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customer</a:t>
                      </a:r>
                    </a:p>
                  </a:txBody>
                  <a:tcPr>
                    <a:lnL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C2C7"/>
                          </a:solidFill>
                        </a:rPr>
                        <a:t>599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film</a:t>
                      </a:r>
                    </a:p>
                  </a:txBody>
                  <a:tcPr>
                    <a:lnL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C2C7"/>
                          </a:solidFill>
                        </a:rPr>
                        <a:t>1,000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inventory</a:t>
                      </a:r>
                    </a:p>
                  </a:txBody>
                  <a:tcPr>
                    <a:lnL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C2C7"/>
                          </a:solidFill>
                        </a:rPr>
                        <a:t>4,581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staff</a:t>
                      </a:r>
                    </a:p>
                  </a:txBody>
                  <a:tcPr>
                    <a:lnL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C2C7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store</a:t>
                      </a:r>
                    </a:p>
                  </a:txBody>
                  <a:tcPr>
                    <a:lnL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C2C7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category</a:t>
                      </a:r>
                    </a:p>
                  </a:txBody>
                  <a:tcPr>
                    <a:lnL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00C2C7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Cleaning &amp; Preprocessing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1"/>
                </a:solidFill>
              </a:rPr>
              <a:t>Data Cleaning Steps taken to ensure data quality and consistency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206240" cy="1115568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64008" cy="111556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307592"/>
            <a:ext cx="384048" cy="384048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307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2344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Null Value Treatment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52704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</a:rPr>
              <a:t>Identified and handled NULL values in return_date (unreturned films), email, and address fields. Unreturned rentals were flagged separately for analysis.</a:t>
            </a:r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4206240" cy="1115568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43000"/>
            <a:ext cx="64008" cy="1115568"/>
          </a:xfrm>
          <a:prstGeom prst="rect">
            <a:avLst/>
          </a:prstGeom>
          <a:solidFill>
            <a:srgbClr val="00C2C7"/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1307592"/>
            <a:ext cx="384048" cy="384048"/>
          </a:xfrm>
          <a:prstGeom prst="ellipse">
            <a:avLst/>
          </a:prstGeom>
          <a:solidFill>
            <a:srgbClr val="00C2C7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307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49240" y="12344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Duplicate Removal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49240" y="152704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</a:rPr>
              <a:t>Scanned all tables for duplicate records using primary key constraints. No duplicate rentals or payments were found — confirming data integrity.</a:t>
            </a:r>
          </a:p>
        </p:txBody>
      </p:sp>
      <p:sp>
        <p:nvSpPr>
          <p:cNvPr id="18" name="Shape 16"/>
          <p:cNvSpPr/>
          <p:nvPr/>
        </p:nvSpPr>
        <p:spPr>
          <a:xfrm>
            <a:off x="274320" y="2395728"/>
            <a:ext cx="4206240" cy="1115568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395728"/>
            <a:ext cx="64008" cy="11155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2560320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24871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Type Standardization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277977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</a:rPr>
              <a:t>Converted rental_date, return_date, and payment_date to proper DATETIME format. Ensured amount fields were stored as DECIMAL(5,2</a:t>
            </a:r>
            <a:r>
              <a:rPr lang="en-US" sz="950" dirty="0">
                <a:solidFill>
                  <a:srgbClr val="B0BAC5"/>
                </a:solidFill>
              </a:rPr>
              <a:t>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395728"/>
            <a:ext cx="4206240" cy="1115568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395728"/>
            <a:ext cx="64008" cy="1115568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6" name="Shape 24"/>
          <p:cNvSpPr/>
          <p:nvPr/>
        </p:nvSpPr>
        <p:spPr>
          <a:xfrm>
            <a:off x="4892040" y="2560320"/>
            <a:ext cx="384048" cy="384048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24871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Derived Columns Created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49240" y="277977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</a:rPr>
              <a:t>Computed rental_duration = DATEDIFF(return_date, rental_date). Created customer_segments, payment_segments, and loyalty_tier derived columns.</a:t>
            </a:r>
          </a:p>
        </p:txBody>
      </p:sp>
      <p:sp>
        <p:nvSpPr>
          <p:cNvPr id="36" name="Shape 34"/>
          <p:cNvSpPr/>
          <p:nvPr/>
        </p:nvSpPr>
        <p:spPr>
          <a:xfrm>
            <a:off x="4754880" y="3602736"/>
            <a:ext cx="4206240" cy="1115568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648456"/>
            <a:ext cx="64008" cy="11155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8" name="Shape 36"/>
          <p:cNvSpPr/>
          <p:nvPr/>
        </p:nvSpPr>
        <p:spPr>
          <a:xfrm>
            <a:off x="4892040" y="3813048"/>
            <a:ext cx="384048" cy="3840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49240" y="37398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Outlier &amp; Consistency Check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49240" y="403250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</a:rPr>
              <a:t>Validated rental durations — outliers &gt;30 days were reviewed. Verified that all payment amounts matched expected ranges per film category</a:t>
            </a:r>
            <a:r>
              <a:rPr lang="en-US" sz="950" dirty="0">
                <a:solidFill>
                  <a:srgbClr val="B0BAC5"/>
                </a:solidFill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Exploratory Data Analysis — Key Findings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1"/>
                </a:solidFill>
              </a:rPr>
              <a:t>Statistical patterns discovered during EDA phase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206240" cy="896112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64008" cy="89611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2161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</a:rPr>
              <a:t>Rental Volume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47218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</a:rPr>
              <a:t>16,044 total rentals recorded across both stores with near-equal split: Store 1 — 8,004 and Store 2 — 8,040</a:t>
            </a:r>
            <a:r>
              <a:rPr lang="en-US" sz="950" dirty="0">
                <a:solidFill>
                  <a:srgbClr val="B0BAC5"/>
                </a:solidFill>
              </a:rPr>
              <a:t>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206240" cy="896112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43000"/>
            <a:ext cx="64008" cy="896112"/>
          </a:xfrm>
          <a:prstGeom prst="rect">
            <a:avLst/>
          </a:prstGeom>
          <a:solidFill>
            <a:srgbClr val="00C2C7"/>
          </a:solidFill>
          <a:ln/>
        </p:spPr>
      </p:sp>
      <p:sp>
        <p:nvSpPr>
          <p:cNvPr id="12" name="Text 10"/>
          <p:cNvSpPr/>
          <p:nvPr/>
        </p:nvSpPr>
        <p:spPr>
          <a:xfrm>
            <a:off x="4919472" y="12161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7"/>
                </a:solidFill>
              </a:rPr>
              <a:t>Revenue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19472" y="147218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</a:rPr>
              <a:t>Total revenue ≈ $67.5K. Both stores generated virtually identical revenue (~$34K each), indicating well-balanced operations</a:t>
            </a:r>
            <a:r>
              <a:rPr lang="en-US" sz="950" dirty="0">
                <a:solidFill>
                  <a:srgbClr val="B0BAC5"/>
                </a:solidFill>
              </a:rPr>
              <a:t>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130552"/>
            <a:ext cx="4206240" cy="896112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30552"/>
            <a:ext cx="64008" cy="8961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22037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Top Categories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245973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</a:rPr>
              <a:t>Sports (1,179), Animation (1,166), and Action (1,112) are the top 3 rented categories. Music (830) and Classics (939) are least rented.</a:t>
            </a:r>
          </a:p>
        </p:txBody>
      </p:sp>
      <p:sp>
        <p:nvSpPr>
          <p:cNvPr id="18" name="Shape 16"/>
          <p:cNvSpPr/>
          <p:nvPr/>
        </p:nvSpPr>
        <p:spPr>
          <a:xfrm>
            <a:off x="4754880" y="2130552"/>
            <a:ext cx="4206240" cy="896112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130552"/>
            <a:ext cx="64008" cy="896112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0" name="Text 18"/>
          <p:cNvSpPr/>
          <p:nvPr/>
        </p:nvSpPr>
        <p:spPr>
          <a:xfrm>
            <a:off x="4919472" y="22037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8A745"/>
                </a:solidFill>
              </a:rPr>
              <a:t>Avg Rental Duration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9472" y="245973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</a:rPr>
              <a:t>Games, Sports &amp; Comedy lead with avg 5.2 days. Classics and New have the lowest at 5.0 days — minimal variation across categories.</a:t>
            </a:r>
          </a:p>
        </p:txBody>
      </p:sp>
      <p:sp>
        <p:nvSpPr>
          <p:cNvPr id="22" name="Shape 20"/>
          <p:cNvSpPr/>
          <p:nvPr/>
        </p:nvSpPr>
        <p:spPr>
          <a:xfrm>
            <a:off x="274320" y="3118104"/>
            <a:ext cx="4206240" cy="896112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118104"/>
            <a:ext cx="64008" cy="896112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" y="31912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9B6"/>
                </a:solidFill>
              </a:rPr>
              <a:t>Customer Geography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" y="34472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</a:rPr>
              <a:t>India is the top revenue-generating country, followed by China and the United States. Aurora and London top the customer city list.</a:t>
            </a:r>
          </a:p>
        </p:txBody>
      </p:sp>
      <p:sp>
        <p:nvSpPr>
          <p:cNvPr id="26" name="Shape 24"/>
          <p:cNvSpPr/>
          <p:nvPr/>
        </p:nvSpPr>
        <p:spPr>
          <a:xfrm>
            <a:off x="4754880" y="3118104"/>
            <a:ext cx="4206240" cy="896112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118104"/>
            <a:ext cx="64008" cy="89611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8" name="Text 26"/>
          <p:cNvSpPr/>
          <p:nvPr/>
        </p:nvSpPr>
        <p:spPr>
          <a:xfrm>
            <a:off x="4919472" y="31912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</a:rPr>
              <a:t>Payment Segments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9472" y="34472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</a:rPr>
              <a:t>Mid Payment accounts for 46.26% of revenue ($31.18K), followed by High Payment (31.77%) and Low Payment (21.97%).</a:t>
            </a:r>
          </a:p>
        </p:txBody>
      </p:sp>
      <p:sp>
        <p:nvSpPr>
          <p:cNvPr id="30" name="Shape 28"/>
          <p:cNvSpPr/>
          <p:nvPr/>
        </p:nvSpPr>
        <p:spPr>
          <a:xfrm>
            <a:off x="274320" y="4105656"/>
            <a:ext cx="4206240" cy="896112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4105656"/>
            <a:ext cx="64008" cy="89611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2" name="Text 30"/>
          <p:cNvSpPr/>
          <p:nvPr/>
        </p:nvSpPr>
        <p:spPr>
          <a:xfrm>
            <a:off x="438912" y="417880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</a:rPr>
              <a:t>Peak Revenue Month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8912" y="44348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</a:rPr>
              <a:t>July is the highest revenue month (~$28K), followed by August (~$24K). February shows the lowest activity.</a:t>
            </a:r>
          </a:p>
        </p:txBody>
      </p:sp>
      <p:sp>
        <p:nvSpPr>
          <p:cNvPr id="34" name="Shape 32"/>
          <p:cNvSpPr/>
          <p:nvPr/>
        </p:nvSpPr>
        <p:spPr>
          <a:xfrm>
            <a:off x="4754880" y="4105656"/>
            <a:ext cx="4206240" cy="896112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4105656"/>
            <a:ext cx="64008" cy="896112"/>
          </a:xfrm>
          <a:prstGeom prst="rect">
            <a:avLst/>
          </a:prstGeom>
          <a:solidFill>
            <a:srgbClr val="00C2C7"/>
          </a:solidFill>
          <a:ln/>
        </p:spPr>
      </p:sp>
      <p:sp>
        <p:nvSpPr>
          <p:cNvPr id="36" name="Text 34"/>
          <p:cNvSpPr/>
          <p:nvPr/>
        </p:nvSpPr>
        <p:spPr>
          <a:xfrm>
            <a:off x="4919472" y="417880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7"/>
                </a:solidFill>
              </a:rPr>
              <a:t>Film Inventory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19472" y="44348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</a:rPr>
              <a:t>Sports (344), Animation (335), and Action/Sci-Fi (312 each) have the largest inventories. PG-13 is the most common rating.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Model — Entity Relationship Diagram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BAC5"/>
                </a:solidFill>
              </a:rPr>
              <a:t>Schema used to link rental, customer, film, and payment data</a:t>
            </a:r>
            <a:endParaRPr lang="en-US" sz="11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8FBA9EF-ADCE-DE60-3CB7-52E47284A4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15"/>
          <a:stretch>
            <a:fillRect/>
          </a:stretch>
        </p:blipFill>
        <p:spPr>
          <a:xfrm>
            <a:off x="321798" y="804671"/>
            <a:ext cx="8618771" cy="4090885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Insights: Rentals by Category &amp; Avg Duration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52" y="786384"/>
            <a:ext cx="859536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4411980"/>
            <a:ext cx="2743200" cy="475488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2900" y="44988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AC5"/>
                </a:solidFill>
              </a:rPr>
              <a:t> </a:t>
            </a:r>
            <a:r>
              <a:rPr lang="en-US" sz="1050" dirty="0">
                <a:solidFill>
                  <a:schemeClr val="bg1"/>
                </a:solidFill>
              </a:rPr>
              <a:t>Sports leads with 1,179 rentals — most popular category</a:t>
            </a:r>
          </a:p>
        </p:txBody>
      </p:sp>
      <p:sp>
        <p:nvSpPr>
          <p:cNvPr id="10" name="Shape 7"/>
          <p:cNvSpPr/>
          <p:nvPr/>
        </p:nvSpPr>
        <p:spPr>
          <a:xfrm>
            <a:off x="3246120" y="4411980"/>
            <a:ext cx="2926080" cy="484632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06140" y="4435543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1050" dirty="0">
                <a:solidFill>
                  <a:schemeClr val="bg1"/>
                </a:solidFill>
              </a:rPr>
              <a:t>Games &amp; Sports tied at 5.2 days avg duration</a:t>
            </a:r>
          </a:p>
        </p:txBody>
      </p:sp>
      <p:sp>
        <p:nvSpPr>
          <p:cNvPr id="13" name="Shape 10"/>
          <p:cNvSpPr/>
          <p:nvPr/>
        </p:nvSpPr>
        <p:spPr>
          <a:xfrm>
            <a:off x="6249572" y="4389120"/>
            <a:ext cx="2606040" cy="475488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55080" y="44439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AC5"/>
                </a:solidFill>
              </a:rPr>
              <a:t>  </a:t>
            </a:r>
            <a:r>
              <a:rPr lang="en-US" sz="1050" dirty="0">
                <a:solidFill>
                  <a:schemeClr val="bg1"/>
                </a:solidFill>
              </a:rPr>
              <a:t>Classics &amp; New lowest at 5.0 days avg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Insights: Store Performance &amp; Geography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34390"/>
            <a:ext cx="859536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4590288"/>
            <a:ext cx="2651760" cy="384048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74320" y="4590288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  Both stores equal: ~$34K revenue &amp; 8K rentals each</a:t>
            </a:r>
          </a:p>
        </p:txBody>
      </p:sp>
      <p:sp>
        <p:nvSpPr>
          <p:cNvPr id="10" name="Shape 7"/>
          <p:cNvSpPr/>
          <p:nvPr/>
        </p:nvSpPr>
        <p:spPr>
          <a:xfrm>
            <a:off x="3063240" y="4590288"/>
            <a:ext cx="2926080" cy="384048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154680" y="465429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AC5"/>
                </a:solidFill>
              </a:rPr>
              <a:t>  </a:t>
            </a:r>
            <a:r>
              <a:rPr lang="en-US" sz="1050" dirty="0">
                <a:solidFill>
                  <a:schemeClr val="bg1"/>
                </a:solidFill>
              </a:rPr>
              <a:t>India tops revenue by country; Aurora leads by city</a:t>
            </a:r>
          </a:p>
        </p:txBody>
      </p:sp>
      <p:sp>
        <p:nvSpPr>
          <p:cNvPr id="13" name="Shape 10"/>
          <p:cNvSpPr/>
          <p:nvPr/>
        </p:nvSpPr>
        <p:spPr>
          <a:xfrm>
            <a:off x="6126480" y="4590288"/>
            <a:ext cx="2743200" cy="384048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17920" y="46542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  All 1,000 films in English — single-language catalog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Insights: Revenue Trends, Payments &amp; Inventory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86384"/>
            <a:ext cx="859536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4590288"/>
            <a:ext cx="2743200" cy="384048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65760" y="46542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AC5"/>
                </a:solidFill>
              </a:rPr>
              <a:t> </a:t>
            </a:r>
            <a:r>
              <a:rPr lang="en-US" sz="1050" dirty="0">
                <a:solidFill>
                  <a:schemeClr val="bg1"/>
                </a:solidFill>
              </a:rPr>
              <a:t>July peaks at ~$28K — summer is prime rental season</a:t>
            </a:r>
          </a:p>
        </p:txBody>
      </p:sp>
      <p:sp>
        <p:nvSpPr>
          <p:cNvPr id="10" name="Shape 7"/>
          <p:cNvSpPr/>
          <p:nvPr/>
        </p:nvSpPr>
        <p:spPr>
          <a:xfrm>
            <a:off x="3154680" y="4590288"/>
            <a:ext cx="2834640" cy="384048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46120" y="465429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AC5"/>
                </a:solidFill>
              </a:rPr>
              <a:t>  </a:t>
            </a:r>
            <a:r>
              <a:rPr lang="en-US" sz="1050" dirty="0">
                <a:solidFill>
                  <a:schemeClr val="bg1"/>
                </a:solidFill>
              </a:rPr>
              <a:t>Mid Payment = 46% of revenue — largest segment</a:t>
            </a:r>
          </a:p>
        </p:txBody>
      </p:sp>
      <p:sp>
        <p:nvSpPr>
          <p:cNvPr id="13" name="Shape 10"/>
          <p:cNvSpPr/>
          <p:nvPr/>
        </p:nvSpPr>
        <p:spPr>
          <a:xfrm>
            <a:off x="6126480" y="4590288"/>
            <a:ext cx="2743200" cy="384048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17920" y="46542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AC5"/>
                </a:solidFill>
              </a:rPr>
              <a:t>  </a:t>
            </a:r>
            <a:r>
              <a:rPr lang="en-US" sz="1050" dirty="0">
                <a:solidFill>
                  <a:schemeClr val="bg1"/>
                </a:solidFill>
              </a:rPr>
              <a:t>Mid Loyalty customers drive most total revenue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Business KPI Dashboard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920240" cy="1188720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1920240" cy="6400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3533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50914"/>
                </a:solidFill>
              </a:rPr>
              <a:t>16,044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1847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AC5"/>
                </a:solidFill>
              </a:rPr>
              <a:t>Total Rentals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0592" y="1188720"/>
            <a:ext cx="1920240" cy="1188720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188720"/>
            <a:ext cx="1920240" cy="64008"/>
          </a:xfrm>
          <a:prstGeom prst="rect">
            <a:avLst/>
          </a:prstGeom>
          <a:solidFill>
            <a:srgbClr val="00C2C7"/>
          </a:solidFill>
          <a:ln/>
        </p:spPr>
      </p:sp>
      <p:sp>
        <p:nvSpPr>
          <p:cNvPr id="12" name="Text 10"/>
          <p:cNvSpPr/>
          <p:nvPr/>
        </p:nvSpPr>
        <p:spPr>
          <a:xfrm>
            <a:off x="2450592" y="13533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2C7"/>
                </a:solidFill>
              </a:rPr>
              <a:t>$67.5K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50592" y="1847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AC5"/>
                </a:solidFill>
              </a:rPr>
              <a:t>Total Revenue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26864" y="1188720"/>
            <a:ext cx="1920240" cy="1188720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1188720"/>
            <a:ext cx="192024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4626864" y="13533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599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26864" y="1847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AC5"/>
                </a:solidFill>
              </a:rPr>
              <a:t>Customers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03136" y="1188720"/>
            <a:ext cx="1920240" cy="1188720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03136" y="1188720"/>
            <a:ext cx="1920240" cy="64008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0" name="Text 18"/>
          <p:cNvSpPr/>
          <p:nvPr/>
        </p:nvSpPr>
        <p:spPr>
          <a:xfrm>
            <a:off x="6803136" y="13533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8A745"/>
                </a:solidFill>
              </a:rPr>
              <a:t>1,000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03136" y="1847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AC5"/>
                </a:solidFill>
              </a:rPr>
              <a:t>Film Titles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743200"/>
            <a:ext cx="1920240" cy="1188720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743200"/>
            <a:ext cx="1920240" cy="64008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29077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B59B6"/>
                </a:solidFill>
              </a:rPr>
              <a:t>4,581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274320" y="3401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AC5"/>
                </a:solidFill>
              </a:rPr>
              <a:t>Inventory Items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50592" y="2743200"/>
            <a:ext cx="1920240" cy="1188720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450592" y="2743200"/>
            <a:ext cx="1920240" cy="640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8" name="Text 26"/>
          <p:cNvSpPr/>
          <p:nvPr/>
        </p:nvSpPr>
        <p:spPr>
          <a:xfrm>
            <a:off x="2450592" y="29077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7E22"/>
                </a:solidFill>
              </a:rPr>
              <a:t>5.1 days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2450592" y="3401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AC5"/>
                </a:solidFill>
              </a:rPr>
              <a:t>Avg Rental Duration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26864" y="2743200"/>
            <a:ext cx="1920240" cy="1188720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26864" y="2743200"/>
            <a:ext cx="1920240" cy="6400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2" name="Text 30"/>
          <p:cNvSpPr/>
          <p:nvPr/>
        </p:nvSpPr>
        <p:spPr>
          <a:xfrm>
            <a:off x="4626864" y="29077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50914"/>
                </a:solidFill>
              </a:rPr>
              <a:t>2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626864" y="3401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AC5"/>
                </a:solidFill>
              </a:rPr>
              <a:t>Store Locations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03136" y="2743200"/>
            <a:ext cx="1920240" cy="1188720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03136" y="2743200"/>
            <a:ext cx="1920240" cy="64008"/>
          </a:xfrm>
          <a:prstGeom prst="rect">
            <a:avLst/>
          </a:prstGeom>
          <a:solidFill>
            <a:srgbClr val="00C2C7"/>
          </a:solidFill>
          <a:ln/>
        </p:spPr>
      </p:sp>
      <p:sp>
        <p:nvSpPr>
          <p:cNvPr id="36" name="Text 34"/>
          <p:cNvSpPr/>
          <p:nvPr/>
        </p:nvSpPr>
        <p:spPr>
          <a:xfrm>
            <a:off x="6803136" y="29077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2C7"/>
                </a:solidFill>
              </a:rPr>
              <a:t>15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803136" y="3401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AC5"/>
                </a:solidFill>
              </a:rPr>
              <a:t>Film Categories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7200" y="39044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BAC5"/>
                </a:solidFill>
              </a:rPr>
              <a:t>Top 5 Categories by Rentals: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187952"/>
            <a:ext cx="898398" cy="34747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224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Sports (1179</a:t>
            </a:r>
            <a:r>
              <a:rPr lang="en-US" sz="800" dirty="0">
                <a:solidFill>
                  <a:srgbClr val="FFFFFF"/>
                </a:solidFill>
              </a:rPr>
              <a:t>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121408" y="4187952"/>
            <a:ext cx="888492" cy="347472"/>
          </a:xfrm>
          <a:prstGeom prst="rect">
            <a:avLst/>
          </a:prstGeom>
          <a:solidFill>
            <a:srgbClr val="00C2C7"/>
          </a:solidFill>
          <a:ln/>
        </p:spPr>
      </p:sp>
      <p:sp>
        <p:nvSpPr>
          <p:cNvPr id="43" name="Text 41"/>
          <p:cNvSpPr/>
          <p:nvPr/>
        </p:nvSpPr>
        <p:spPr>
          <a:xfrm>
            <a:off x="2121408" y="4224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Animation (1166</a:t>
            </a:r>
            <a:r>
              <a:rPr lang="en-US" sz="800" dirty="0">
                <a:solidFill>
                  <a:srgbClr val="FFFFFF"/>
                </a:solidFill>
              </a:rPr>
              <a:t>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785616" y="4187952"/>
            <a:ext cx="847344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5" name="Text 43"/>
          <p:cNvSpPr/>
          <p:nvPr/>
        </p:nvSpPr>
        <p:spPr>
          <a:xfrm>
            <a:off x="3785616" y="4224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Action (1112)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49824" y="4187952"/>
            <a:ext cx="807720" cy="347472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47" name="Text 45"/>
          <p:cNvSpPr/>
          <p:nvPr/>
        </p:nvSpPr>
        <p:spPr>
          <a:xfrm>
            <a:off x="5449824" y="4224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Drama (1060)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114032" y="4187952"/>
            <a:ext cx="838962" cy="347472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49" name="Text 47"/>
          <p:cNvSpPr/>
          <p:nvPr/>
        </p:nvSpPr>
        <p:spPr>
          <a:xfrm>
            <a:off x="7114032" y="4224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Sci-Fi (1101</a:t>
            </a:r>
            <a:r>
              <a:rPr lang="en-US" sz="800" dirty="0">
                <a:solidFill>
                  <a:srgbClr val="FFFFFF"/>
                </a:solidFill>
              </a:rPr>
              <a:t>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Summary &amp; Business Recommendations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069080" cy="3749040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64008" cy="3749040"/>
          </a:xfrm>
          <a:prstGeom prst="rect">
            <a:avLst/>
          </a:prstGeom>
          <a:solidFill>
            <a:srgbClr val="00C2C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7"/>
                </a:solidFill>
              </a:rPr>
              <a:t>📋  Summary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572768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Both stores perform equally well in revenue &amp; rentals, indicating good operational balance.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Sports, Animation, and Action dominate rentals — these are the core revenue categories.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Rental duration is consistent (~5.1 days) across most categories with minimal variance.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July–August are peak months; February sees the lowest rental activity.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Mid-payment and Mid-loyalty customers form the largest revenue-contributing segments.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India and China are the top international markets with significant customer counts.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All 1,000 films are in English — a major market limitation for non-English regions.</a:t>
            </a:r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4069080" cy="3749040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97280"/>
            <a:ext cx="64008" cy="37490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1887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</a:rPr>
              <a:t>💡  Recommendations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19472" y="1572768"/>
            <a:ext cx="219456" cy="219456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15727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30368" y="15727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Expand Sports &amp; Animation inventory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30368" y="17830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These categories have high demand but may face stockouts during peak months</a:t>
            </a:r>
            <a:r>
              <a:rPr lang="en-US" sz="850" dirty="0">
                <a:solidFill>
                  <a:srgbClr val="B0BAC5"/>
                </a:solidFill>
              </a:rPr>
              <a:t>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19472" y="2103120"/>
            <a:ext cx="219456" cy="219456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21031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30368" y="21031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Run off-season promotions (Feb–May)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230368" y="23134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Seasonal discounts or bundled rentals can boost the low-activity months</a:t>
            </a:r>
            <a:r>
              <a:rPr lang="en-US" sz="850" dirty="0">
                <a:solidFill>
                  <a:srgbClr val="B0BAC5"/>
                </a:solidFill>
              </a:rPr>
              <a:t>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919472" y="2633472"/>
            <a:ext cx="219456" cy="219456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2" name="Text 20"/>
          <p:cNvSpPr/>
          <p:nvPr/>
        </p:nvSpPr>
        <p:spPr>
          <a:xfrm>
            <a:off x="4919472" y="26334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30368" y="26334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Introduce multilingual content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230368" y="28437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Customers in India, China, Philippines may prefer non-English titles — a growth opportunity.</a:t>
            </a:r>
          </a:p>
        </p:txBody>
      </p:sp>
      <p:sp>
        <p:nvSpPr>
          <p:cNvPr id="25" name="Shape 23"/>
          <p:cNvSpPr/>
          <p:nvPr/>
        </p:nvSpPr>
        <p:spPr>
          <a:xfrm>
            <a:off x="4919472" y="3163824"/>
            <a:ext cx="219456" cy="219456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6" name="Text 24"/>
          <p:cNvSpPr/>
          <p:nvPr/>
        </p:nvSpPr>
        <p:spPr>
          <a:xfrm>
            <a:off x="4919472" y="31638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30368" y="31638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Upgrade High-Loyalty customer perks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30368" y="33741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High-loyalty customers generate strong revenue — exclusive deals can improve retention.</a:t>
            </a:r>
          </a:p>
        </p:txBody>
      </p:sp>
      <p:sp>
        <p:nvSpPr>
          <p:cNvPr id="29" name="Shape 27"/>
          <p:cNvSpPr/>
          <p:nvPr/>
        </p:nvSpPr>
        <p:spPr>
          <a:xfrm>
            <a:off x="4919472" y="3694176"/>
            <a:ext cx="219456" cy="219456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0" name="Text 28"/>
          <p:cNvSpPr/>
          <p:nvPr/>
        </p:nvSpPr>
        <p:spPr>
          <a:xfrm>
            <a:off x="4919472" y="36941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30368" y="36941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Invest in online/digital rental option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230368" y="390448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Extending to digital streaming can capture demand beyond physical locations</a:t>
            </a:r>
            <a:r>
              <a:rPr lang="en-US" sz="850" dirty="0">
                <a:solidFill>
                  <a:srgbClr val="B0BAC5"/>
                </a:solidFill>
              </a:rPr>
              <a:t>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919472" y="4224528"/>
            <a:ext cx="219456" cy="219456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4" name="Text 32"/>
          <p:cNvSpPr/>
          <p:nvPr/>
        </p:nvSpPr>
        <p:spPr>
          <a:xfrm>
            <a:off x="4919472" y="42245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30368" y="42245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Cross-sell Classics &amp; New releases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230368" y="44348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These underperforming categories can benefit from promotional bundling</a:t>
            </a:r>
            <a:r>
              <a:rPr lang="en-US" sz="1000" dirty="0">
                <a:solidFill>
                  <a:srgbClr val="B0BAC5"/>
                </a:solidFill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kern="0" spc="800" dirty="0">
                <a:solidFill>
                  <a:srgbClr val="FFFFFF"/>
                </a:solidFill>
              </a:rPr>
              <a:t>THANK YOU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3200400" y="2103120"/>
            <a:ext cx="2743200" cy="457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BAC5"/>
                </a:solidFill>
              </a:rPr>
              <a:t>Movie Rental Business Analysis | Sakila Dataset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bg1"/>
                </a:solidFill>
              </a:rPr>
              <a:t>Insights  •  EDA  •  Recommendations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1371600" y="3566160"/>
            <a:ext cx="1920240" cy="777240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71600" y="36210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Dataset</a:t>
            </a:r>
            <a:endParaRPr lang="en-US" sz="10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371600" y="3913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chemeClr val="bg1"/>
                </a:solidFill>
              </a:rPr>
              <a:t>Sakila</a:t>
            </a:r>
            <a:r>
              <a:rPr lang="en-US" sz="900" dirty="0">
                <a:solidFill>
                  <a:schemeClr val="bg1"/>
                </a:solidFill>
              </a:rPr>
              <a:t>  Database</a:t>
            </a:r>
          </a:p>
        </p:txBody>
      </p:sp>
      <p:sp>
        <p:nvSpPr>
          <p:cNvPr id="11" name="Shape 9"/>
          <p:cNvSpPr/>
          <p:nvPr/>
        </p:nvSpPr>
        <p:spPr>
          <a:xfrm>
            <a:off x="3657600" y="3566160"/>
            <a:ext cx="1920240" cy="777240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0" y="36210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Tools Used</a:t>
            </a:r>
            <a:endParaRPr lang="en-US" sz="10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57600" y="3913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SQL, Power BI / Excel, Python</a:t>
            </a:r>
          </a:p>
        </p:txBody>
      </p:sp>
      <p:sp>
        <p:nvSpPr>
          <p:cNvPr id="14" name="Shape 12"/>
          <p:cNvSpPr/>
          <p:nvPr/>
        </p:nvSpPr>
        <p:spPr>
          <a:xfrm>
            <a:off x="5943600" y="3566160"/>
            <a:ext cx="1920240" cy="777240"/>
          </a:xfrm>
          <a:prstGeom prst="rect">
            <a:avLst/>
          </a:prstGeom>
          <a:solidFill>
            <a:srgbClr val="1E2D45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0" y="36210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Prepared</a:t>
            </a:r>
            <a:endParaRPr lang="en-US" sz="10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0" y="3913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966</Words>
  <Application>Microsoft Office PowerPoint</Application>
  <PresentationFormat>On-screen Show (16:9)</PresentationFormat>
  <Paragraphs>154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Rental Business Analysis</dc:title>
  <dc:subject>PptxGenJS Presentation</dc:subject>
  <dc:creator>PptxGenJS</dc:creator>
  <cp:lastModifiedBy>Ritika Verma</cp:lastModifiedBy>
  <cp:revision>2</cp:revision>
  <dcterms:created xsi:type="dcterms:W3CDTF">2026-03-28T22:14:52Z</dcterms:created>
  <dcterms:modified xsi:type="dcterms:W3CDTF">2026-03-28T23:28:06Z</dcterms:modified>
</cp:coreProperties>
</file>